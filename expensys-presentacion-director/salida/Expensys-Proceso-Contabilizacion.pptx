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Puntos clave: proceso semanal (jueves) de contabilización de notas de gasto para todas las sociedades (al menos P02, Gopaca y SFR) desde la plataforma Expenses hacia SAP. Hay una ventana crítica: exportar antes de las 9:30h, porque a las 12:00h un robot genera los batch inputs de P02 automáticamente y una exportación tardía puede generar conflictos. Tras contabilizar se hacen dos controles: cuadre SAP vs. Expenses y una plantilla de seguimiento semanal con semáforos por compañía. En paralelo, cada mes (día 16-17) se cierran y concilian los cargos de las tarjetas corporativas (aging).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4 pasos: 1) Exportar de Expenses antes de las 9:30h (llega email a expenses.iberia). 2) Guardar los ficheros en la carpeta compartida del día (R2R) para soporte/auditoría. 3) Contabilizar en SAP: P02 está automatizado (robot + SM35); SFR sigue siendo manual (JV a partir de CSV, un asiento por sociedad que agrupa a varios empleados) — esta es la brecha de automatización a resolver. 4) Verificar: cuadre SAP vs Expenses y control semanal con semáforos por compañía.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CIERRE SEMANAL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Contabilización de gastos — Expensys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jueves se contabilizan en SAP los gastos de empleados de todas las sociedades (P02 · Gopaca · SFR) a partir de lo exportado de la plataforma Expenses.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35442" y="2674620"/>
            <a:ext cx="8320811" cy="0"/>
          </a:xfrm>
          <a:prstGeom prst="line">
            <a:avLst/>
          </a:prstGeom>
          <a:noFill/>
          <a:ln w="19050">
            <a:solidFill>
              <a:srgbClr val="5567A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822" y="2286000"/>
            <a:ext cx="777240" cy="777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5282" y="31912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JUEVES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01002" y="3538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del ciclo semanal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426" y="2286000"/>
            <a:ext cx="777240" cy="777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28886" y="31912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09:30h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3474606" y="3538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para exportar de Expenses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030" y="2286000"/>
            <a:ext cx="777240" cy="7772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02490" y="31912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12:00h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6248210" y="3538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automático: batch inputs P02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7633" y="2286000"/>
            <a:ext cx="777240" cy="7772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976093" y="31912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9021813" y="3538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Cuadre SAP + control semanal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48640" y="461772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2A3577"/>
          </a:solidFill>
          <a:ln/>
          <a:effectLst>
            <a:outerShdw sx="100000" sy="100000" kx="0" ky="0" algn="bl" rotWithShape="0" blurRad="101600" dist="25400" dir="5400000">
              <a:srgbClr val="0B0F2E">
                <a:alpha val="35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764024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08176" y="4709160"/>
            <a:ext cx="9997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crítico: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exportar antes de las 9:30h. A las 12:00h el robot genera automáticamente los batch inputs de P02; si se exporta después, pueden producirse conflictos.</a:t>
            </a:r>
            <a:endParaRPr lang="en-US" sz="12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650992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51560" y="56509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Cadencia: todos los jueves, para todas las sociedades.</a:t>
            </a:r>
            <a:endParaRPr lang="en-US" sz="12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5650992"/>
            <a:ext cx="365760" cy="36576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858000" y="5650992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paralelo, cada mes: cierre de tarjetas (aging) el día 16-17.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OPERATIVO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proceso, paso a paso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exportación en Expenses al control semanal en SAP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78308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E4E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892808"/>
            <a:ext cx="566928" cy="5669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48840" y="1828800"/>
            <a:ext cx="9494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Exportar desde Expenses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2212848"/>
            <a:ext cx="9494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las 9:30h: Cuentas → Exportar a empresa → todas las compañías → Aceptar. La plataforma envía un correo automático con los ficheros a expenses.iberia.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798064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E4E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907792"/>
            <a:ext cx="566928" cy="5669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48840" y="2843784"/>
            <a:ext cx="9494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Guardar en carpeta compartida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148840" y="3227832"/>
            <a:ext cx="9494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la carpeta del día en Información R2R &gt; Contabilización Expenses &gt; Expenses nº [n], por motivos de soporte y auditoría.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11480" y="3813048"/>
            <a:ext cx="960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E4E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922776"/>
            <a:ext cx="566928" cy="56692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148840" y="3858768"/>
            <a:ext cx="9494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Contabilizar en SAP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2148840" y="4242816"/>
            <a:ext cx="9494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flujos distintos según la sociedad: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2148840" y="4544568"/>
            <a:ext cx="4609948" cy="868680"/>
          </a:xfrm>
          <a:prstGeom prst="roundRect">
            <a:avLst>
              <a:gd name="adj" fmla="val 6316"/>
            </a:avLst>
          </a:prstGeom>
          <a:solidFill>
            <a:srgbClr val="F2F5F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144" y="4672584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715768" y="4636008"/>
            <a:ext cx="38967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 — Automático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2313432" y="4965192"/>
            <a:ext cx="42807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robot genera las notas de gasto; solo hay que desbloquearlas y contabilizarlas (SM35).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033108" y="4544568"/>
            <a:ext cx="4609948" cy="868680"/>
          </a:xfrm>
          <a:prstGeom prst="roundRect">
            <a:avLst>
              <a:gd name="adj" fmla="val 6316"/>
            </a:avLst>
          </a:prstGeom>
          <a:solidFill>
            <a:srgbClr val="F2F5F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12" y="4672584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600036" y="4636008"/>
            <a:ext cx="38967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SFR — Manual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7197700" y="4965192"/>
            <a:ext cx="42807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Contabilización por JV según el CSV exportado de SAP: Gasto Expensys a Tarjeta Empleado / pago directo, un asiento por sociedad.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411480" y="5559552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E4E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6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5669280"/>
            <a:ext cx="566928" cy="56692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148840" y="5605272"/>
            <a:ext cx="9494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 y controlar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2148840" y="5989320"/>
            <a:ext cx="9494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Cuadre SAP vs. Expenses y actualización del control semanal (fichero con semáforos) por compañía.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2026-09-09T10:46:52Z</dcterms:created>
  <dcterms:modified xsi:type="dcterms:W3CDTF">2026-09-09T10:46:52Z</dcterms:modified>
</cp:coreProperties>
</file>